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Water Quality Analysis and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Random Forest Classification</a:t>
            </a:r>
          </a:p>
          <a:p>
            <a:r>
              <a:t>Your Name /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Accuracy : 1.0000</a:t>
            </a:r>
          </a:p>
          <a:p>
            <a:r>
              <a:t>Precision: 1.0000</a:t>
            </a:r>
          </a:p>
          <a:p>
            <a:r>
              <a:t>Recall   : 1.0000</a:t>
            </a:r>
          </a:p>
          <a:p>
            <a:r>
              <a:t>F1-score : 1.0000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Sample-wise Prediction Correctness</a:t>
            </a:r>
          </a:p>
        </p:txBody>
      </p:sp>
      <p:pic>
        <p:nvPicPr>
          <p:cNvPr id="3" name="Picture 2" descr="sample_correc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Feature Importances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Hardness, chlorine, and temperature are key indicators.</a:t>
            </a:r>
          </a:p>
          <a:p>
            <a:r>
              <a:t>- Model achieves high accuracy.</a:t>
            </a:r>
          </a:p>
          <a:p>
            <a:r>
              <a:t>- Minor misclassifications may occur.</a:t>
            </a:r>
          </a:p>
          <a:p>
            <a:r>
              <a:t>- Visualizations highlight both sample and aggregate-level performance.</a:t>
            </a:r>
          </a:p>
          <a:p>
            <a:r>
              <a:t>- Future work: include more parameters, time-series analysis, dashboards.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
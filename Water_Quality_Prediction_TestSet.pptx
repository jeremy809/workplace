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Water Quality Prediction Outcomes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Random Forest Model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Water Quality Outcomes</a:t>
            </a:r>
          </a:p>
        </p:txBody>
      </p:sp>
      <p:pic>
        <p:nvPicPr>
          <p:cNvPr id="3" name="Picture 2" descr="actual_water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Predicted Water Quality Outcomes</a:t>
            </a:r>
          </a:p>
        </p:txBody>
      </p:sp>
      <p:pic>
        <p:nvPicPr>
          <p:cNvPr id="3" name="Picture 2" descr="predicted_water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Performance: Confusion Matrix</a:t>
            </a:r>
          </a:p>
        </p:txBody>
      </p:sp>
      <p:pic>
        <p:nvPicPr>
          <p:cNvPr id="3" name="Picture 2" descr="confusion_matrix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Comparison by Actual Water Quality</a:t>
            </a:r>
          </a:p>
        </p:txBody>
      </p:sp>
      <p:pic>
        <p:nvPicPr>
          <p:cNvPr id="3" name="Picture 2" descr="feature_comparison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Random Forest model predicts water quality with high accuracy: 95.45%</a:t>
            </a:r>
          </a:p>
          <a:p>
            <a:r>
              <a:t>- 'Good' and 'Poor' water quality samples are predicted accurately.</a:t>
            </a:r>
          </a:p>
          <a:p>
            <a:r>
              <a:t>- Minor misclassifications occur in 'Moderate' samples.</a:t>
            </a:r>
          </a:p>
          <a:p>
            <a:r>
              <a:t>- Features like hardness, chlorine, temperature, and pH are highly predictive.</a:t>
            </a:r>
          </a:p>
          <a:p>
            <a:r>
              <a:t>- The model can support water quality monitoring and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